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Phishield AI</a:t>
            </a:r>
          </a:p>
          <a:p>
            <a:r>
              <a:t>Subtitle: Next-Generation AI-Powered Phishing &amp; Threat Detection</a:t>
            </a:r>
          </a:p>
          <a:p>
            <a:r>
              <a:t>Presenter: Kriti</a:t>
            </a:r>
          </a:p>
          <a:p>
            <a:r>
              <a:t>Theme: Dark background with neon blue/cyan accents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Cyber Epidemic</a:t>
            </a:r>
          </a:p>
          <a:p>
            <a:r>
              <a:t>Rise in Phishing Attacks: Over 3.4 billion malicious emails are sent daily.</a:t>
            </a:r>
          </a:p>
          <a:p>
            <a:r>
              <a:t>Deceptive URLs: Cybercriminals use sophisticated URLs (typosquatting, hidden IPs) to bypass traditional security.</a:t>
            </a:r>
          </a:p>
          <a:p>
            <a:r>
              <a:t>Human Vulnerability: 90% of data breaches involve a human element, often starting with a deceptive link.</a:t>
            </a:r>
          </a:p>
          <a:p>
            <a:r>
              <a:t>The Gap: Traditional blacklist-based detection is too slow to catch zero-day phishing campaigns.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Introducing Phishield AI</a:t>
            </a:r>
          </a:p>
          <a:p>
            <a:r>
              <a:t>A proactive, Machine Learning-based URL scanner.</a:t>
            </a:r>
          </a:p>
          <a:p>
            <a:r>
              <a:t>Extracts unique behavioral features from URLs in real-time.</a:t>
            </a:r>
          </a:p>
          <a:p>
            <a:r>
              <a:t>Classifies URLs as Safe, Suspicious, or Malicious without relying solely on static blacklists.</a:t>
            </a:r>
          </a:p>
          <a:p>
            <a:r>
              <a:t>Provides users with an interpretable Confidence Score and precise Risk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Analysis: Sub-second URL scanning.</a:t>
            </a:r>
          </a:p>
          <a:p>
            <a:r>
              <a:t>Machine Learning Engine: Powered by Random Forest Classification for high accuracy.</a:t>
            </a:r>
          </a:p>
          <a:p>
            <a:r>
              <a:t>Risk Breakdown: Explains exactly *why* a URL is dangerous (e.g., missing HTTPS, suspicious keywords, IP abuse).</a:t>
            </a:r>
          </a:p>
          <a:p>
            <a:r>
              <a:t>Intuitive UI: Modern, cyberpunk-inspired dashboard designed for user awareness.</a:t>
            </a:r>
          </a:p>
          <a:p>
            <a:r>
              <a:t>Scalable Architecture: Lightweight Flask backend ready for API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HTML5, CSS3, Vanilla JS (Glassmorphism &amp; Responsive Design)</a:t>
            </a:r>
          </a:p>
          <a:p>
            <a:r>
              <a:t>Backend: Python Flask</a:t>
            </a:r>
          </a:p>
          <a:p>
            <a:r>
              <a:t>Machine Learning: Scikit-Learn, Pandas, NumPy</a:t>
            </a:r>
          </a:p>
          <a:p>
            <a:r>
              <a:t>Model Used: Random Forest Classifier (n_estimators=100)</a:t>
            </a:r>
          </a:p>
          <a:p>
            <a:r>
              <a:t>Deployment Ready: Gunicorn / Docker compatible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mermaid</a:t>
            </a:r>
          </a:p>
          <a:p>
            <a:r>
              <a:t>graph TD</a:t>
            </a:r>
          </a:p>
          <a:p>
            <a:r>
              <a:t>A[User Inputs URL] --&gt; B[Frontend UI]</a:t>
            </a:r>
          </a:p>
          <a:p>
            <a:r>
              <a:t>B --&gt;|REST API POST /scan| C[Flask Backend]</a:t>
            </a:r>
          </a:p>
          <a:p>
            <a:r>
              <a:t>C --&gt; D[Feature Extraction Engine]</a:t>
            </a:r>
          </a:p>
          <a:p>
            <a:r>
              <a:t>D --&gt;|Extracted Array| E[Scikit-Learn ML Model]</a:t>
            </a:r>
          </a:p>
          <a:p>
            <a:r>
              <a:t>E --&gt; F{Threat Prediction}</a:t>
            </a:r>
          </a:p>
          <a:p>
            <a:r>
              <a:t>F --&gt;|Safe/Susp/Danger| G[Calculate Confidence Score]</a:t>
            </a:r>
          </a:p>
          <a:p>
            <a:r>
              <a:t>G --&gt; H[Generate Risk Analysis]</a:t>
            </a:r>
          </a:p>
          <a:p>
            <a:r>
              <a:t>H --&gt;|JSON Response| B</a:t>
            </a:r>
          </a:p>
          <a:p>
            <a:r>
              <a:t>B --&gt; I[Display Results on Dashboard]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Extraction Parameters:</a:t>
            </a:r>
          </a:p>
          <a:p>
            <a:r>
              <a:t>1. Structural: URL length, Number of dots, Number of slashes.</a:t>
            </a:r>
          </a:p>
          <a:p>
            <a:r>
              <a:t>2. Protocol Verification: Presence of HTTPS.</a:t>
            </a:r>
          </a:p>
          <a:p>
            <a:r>
              <a:t>3. Anomalies: Usage of IP Address instead of a domain name.</a:t>
            </a:r>
          </a:p>
          <a:p>
            <a:r>
              <a:t>4. Lexical Analysis: Presence of suspicious keywords (login, update, verify, bank, crypto).</a:t>
            </a:r>
          </a:p>
          <a:p>
            <a:r>
              <a:t>5. Obfuscation: High count of special characters (@, -, ?).</a:t>
            </a:r>
          </a:p>
          <a:p>
            <a:r>
              <a:t>Performance:</a:t>
            </a:r>
          </a:p>
          <a:p>
            <a:r>
              <a:t>High accuracy maintained using ensemble learning (Random Forest).</a:t>
            </a:r>
          </a:p>
          <a:p>
            <a:r>
              <a:t>Robust against overfitting compared to standard decision trees.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 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*(Placeholder for actual application screenshots during presentation)*</a:t>
            </a:r>
          </a:p>
          <a:p>
            <a:r>
              <a:t>Screen 1: Landing page with glowing radar animation.</a:t>
            </a:r>
          </a:p>
          <a:p>
            <a:r>
              <a:t>Screen 2: Scanning interface analyzing a payload.</a:t>
            </a:r>
          </a:p>
          <a:p>
            <a:r>
              <a:t>Screen 3: Result dashboard showing "Malicious" warning, 98% confidence, and risk breakdown.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 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 Extension Integration: Auto-scan links on pages in real-time (Chrome/Firefox).</a:t>
            </a:r>
          </a:p>
          <a:p>
            <a:r>
              <a:t>Computer Vision Verification: Screenshot comparison of a fake site vs. a genuine brand site.</a:t>
            </a:r>
          </a:p>
          <a:p>
            <a:r>
              <a:t>Email Integration: Connect via IMAP to flag phishing emails automatically.</a:t>
            </a:r>
          </a:p>
          <a:p>
            <a:r>
              <a:t>Live Reputation API: Integration with VirusTotal or Google Safe Browsing APIs as a secondary layer.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Protects non-tech-savvy users from financial fraud and identity theft.</a:t>
            </a:r>
          </a:p>
          <a:p>
            <a:r>
              <a:t>Reduces corporate vulnerability to ransomware attacks originating from spear-phishing.</a:t>
            </a:r>
          </a:p>
          <a:p>
            <a:r>
              <a:t>Democratizes cybersecurity through an easy-to-use, transparent tool.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Kriti</a:t>
            </a:r>
          </a:p>
          <a:p>
            <a:r>
              <a:t>Lead Developer &amp; AI Researcher</a:t>
            </a:r>
          </a:p>
          <a:p>
            <a:r>
              <a:t>*(Add other team members here)*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"Empowering users to browse the web fearlessly."</a:t>
            </a:r>
          </a:p>
          <a:p>
            <a:r>
              <a:t>Thank You!</a:t>
            </a:r>
          </a:p>
          <a:p>
            <a:r>
              <a:t>GitHub: github.com/kriti/phishield-ai *(example)*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